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TOXIC COMMENT</a:t>
            </a:r>
            <a:br/>
            <a:r>
              <a:t>DETECTION</a:t>
            </a:r>
          </a:p>
          <a:p>
            <a:pPr>
              <a:defRPr sz="2500">
                <a:solidFill>
                  <a:srgbClr val="D2E6FA"/>
                </a:solidFill>
              </a:defRPr>
            </a:pPr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Prasad Sudhakar Kundekar  |  Roll No. 134  |  Division A</a:t>
            </a:r>
            <a:br/>
            <a:r>
              <a:t>Department: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Online platforms receive large numbers of comments, including abusive or insulting language.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Manual moderation is time-consuming and may be inconsistent.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Goal: flag potentially toxic comments to support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Classify comments as Toxic or Non-Toxic.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Use TF-IDF to represent text numerically.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Train Logistic Regression and evaluate it on unseen test data.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Show five additional toxicity categories in a Streamlit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Existing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Manual review: understands context but is slow at scale.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Keyword filters: fast but miss indirect abuse and may flag harmless text.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Proposed system: TF-IDF + Logistic Regression with a Streamlit interface.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Predictions are assistance for review, not final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Dataset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Dataset fields include comment_text and six toxicity labels.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Working dataset: 159,571 comments; train: 127,656; test: 31,915.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TF-IDF maximum features: 5,000.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Binary label: 0 = Non-Toxic, 1 = Toxic.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User enters a comment in Streamlit.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Matching TF-IDF vectorizer transforms the comment.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Binary model predicts Toxic / Non-Toxic.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Five category models predict severe toxic, obscene, threat, insult and identity hate.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Results are displayed with a caution about possible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Test accuracy: 92.34%.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Toxic class precision: 0.58; recall: 0.85; F1-score: 0.69.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Class imbalance: about 89.83% non-toxic and 10.17% toxic.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Accuracy alone is insufficient; precision and recall must also be considered.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Testing and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Non-toxic test: “Thank you for sharing this useful information.”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Toxic test: “You are stupid and your answer is useless.”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Empty input should show a warning.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Record actual app outputs before final submission; examples are not guaranteed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Built an end-to-end text classification prototype with a Streamlit interface.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Useful as a student demonstration of ML-based comment moderation.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Limitations: context, sarcasm, slang, bias and false predictions.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Future scope: multilingual support, context-aware models and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Viva Quick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What is TF-IDF? — A method for turning text into numeric features.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Why Logistic Regression? — A fast baseline for sparse text features.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What is recall? — Fraction of actual toxic comments detected.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Why save the vectorizer? — The model requires the same feature mapping used in training.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Can the system be fully accurate? — No; predictions need human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Questions?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Project: Toxic Comment Detection Using Machine Learning</a:t>
            </a:r>
          </a:p>
          <a:p>
            <a:pPr>
              <a:spcAft>
                <a:spcPts val="1500"/>
              </a:spcAft>
              <a:defRPr sz="2200">
                <a:solidFill>
                  <a:srgbClr val="232D37"/>
                </a:solidFill>
              </a:defRPr>
            </a:pPr>
            <a:r>
              <a:t>Remember: automated flags should be reviewed fairly and in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